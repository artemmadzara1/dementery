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4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B92727-438E-BFE2-28E5-42EBEA35F8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CB79F33-1D44-B578-F8A8-A452C624C4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897C9F6-D89A-0792-FC7A-2943D7456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59D86-9D66-434F-95B7-94FA07E8319F}" type="datetimeFigureOut">
              <a:rPr lang="ru-RU" smtClean="0"/>
              <a:t>21.03.2026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190FFE8-37B7-3666-B810-2FACB9F75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A5EE640-37BD-7118-880A-D4B98956D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7FCD6-C285-4FE2-831E-CD7B27F731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8357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2A9754-0F81-C10A-47E8-27B679DF3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ACF09B-B5E7-8928-EAA3-BACEFA4981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72C49C4-2BF6-7A94-A6D0-087E5C8C9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59D86-9D66-434F-95B7-94FA07E8319F}" type="datetimeFigureOut">
              <a:rPr lang="ru-RU" smtClean="0"/>
              <a:t>21.03.2026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F9263DD-2BF3-C052-A0ED-F2A314E48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4421341-55EF-FF41-421C-F4171942B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7FCD6-C285-4FE2-831E-CD7B27F731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7448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FC4806-5C6F-4883-503D-B1B36CF8D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96B785A-7545-460A-C52B-B8EC9AAF5F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24EA439-0D5B-BA4C-4847-20C117413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59D86-9D66-434F-95B7-94FA07E8319F}" type="datetimeFigureOut">
              <a:rPr lang="ru-RU" smtClean="0"/>
              <a:t>21.03.2026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015275E-4F2B-2C32-D5C4-384DEDD4E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0561388-E111-49A6-E222-449B2D5A6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7FCD6-C285-4FE2-831E-CD7B27F731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48333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C4C112-3310-6B76-5CE7-AB09D5359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6723675-289A-598F-9FD9-E9EEDE0697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904569B-5909-D1BE-6AD6-4E4C24C64F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84EC901-CDDD-F008-A5FD-6A0EDFA6D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59D86-9D66-434F-95B7-94FA07E8319F}" type="datetimeFigureOut">
              <a:rPr lang="ru-RU" smtClean="0"/>
              <a:t>21.03.2026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DEA5EB0-20B8-1BD0-AD28-6CC0CF816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F1C0C5C-1BEF-A979-C42A-3C02BF750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7FCD6-C285-4FE2-831E-CD7B27F731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9788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1169F3-1DEC-1000-3D9D-FA50561BC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05FCF50-5F05-01BF-8D7C-1F1765072B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3F27863-1A3E-95E1-7396-41B7036E49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9970D42-D296-EE88-02E0-A18E574958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1856AD0-0EDD-4A1E-B860-E171A99008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0F49DD6-CFE7-EC09-CFF6-F638CAA36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59D86-9D66-434F-95B7-94FA07E8319F}" type="datetimeFigureOut">
              <a:rPr lang="ru-RU" smtClean="0"/>
              <a:t>21.03.2026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BA396C7-AC28-85A5-D39B-84B3148E1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6366B4C-3E0F-3243-9783-2CE54EAEC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7FCD6-C285-4FE2-831E-CD7B27F731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2538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97E03E-1FC8-EDF7-529A-5A2A4C491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5D1C2F3-8CE8-DECD-357F-BB15D4700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59D86-9D66-434F-95B7-94FA07E8319F}" type="datetimeFigureOut">
              <a:rPr lang="ru-RU" smtClean="0"/>
              <a:t>21.03.2026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DB83A82-178E-4090-31F8-0516174D3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672CACE-5029-D2D8-DD8D-225C5D79C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7FCD6-C285-4FE2-831E-CD7B27F731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6005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082FC44-5B79-B08F-5857-8BE2580F5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59D86-9D66-434F-95B7-94FA07E8319F}" type="datetimeFigureOut">
              <a:rPr lang="ru-RU" smtClean="0"/>
              <a:t>21.03.2026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7EC3C13-5E50-30D0-5132-8B444F352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802D25D-1DE1-70A5-9B9F-F8CE382DF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7FCD6-C285-4FE2-831E-CD7B27F731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2615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7AC9F7-72FE-6A55-0870-7C7EB7CB6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2D3070F-B8B3-031B-D098-61D70A7F75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3C6C14E-141A-B7E6-49A1-A42272BBF9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6F778A6-66AF-3160-6A11-6438F6149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59D86-9D66-434F-95B7-94FA07E8319F}" type="datetimeFigureOut">
              <a:rPr lang="ru-RU" smtClean="0"/>
              <a:t>21.03.2026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B5A44B4-C930-5778-96C2-35B3B89FF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DEF3AB1-3927-64A6-3E07-55DD9CEE7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7FCD6-C285-4FE2-831E-CD7B27F731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1453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1D60AA-6B24-9B20-0B43-EA19CAB47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D21B99E-1C3B-57A7-D28E-409D774962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C23B9DA-3AE4-0E05-3415-8011A85795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CF23E8B-341A-7B44-F977-E18066938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59D86-9D66-434F-95B7-94FA07E8319F}" type="datetimeFigureOut">
              <a:rPr lang="ru-RU" smtClean="0"/>
              <a:t>21.03.2026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70E6557-1443-0904-88A9-8F01C5126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0ACEB01-27B3-0A44-0CDB-8FA55C43B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7FCD6-C285-4FE2-831E-CD7B27F731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565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C8EB9E-F86E-215E-AA72-D6FEB2944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DC37363-52AB-167E-A829-8F96CB51DD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BF599F0-62FC-6C77-D076-96FAE1291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59D86-9D66-434F-95B7-94FA07E8319F}" type="datetimeFigureOut">
              <a:rPr lang="ru-RU" smtClean="0"/>
              <a:t>21.03.2026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DEE0827-721D-6ACF-0D6F-D6C0A0646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807BDE0-A74A-B740-BAF0-8EB8FD10E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7FCD6-C285-4FE2-831E-CD7B27F731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94336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6455573-F29E-CC9B-6CFF-8A1D51E32C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0A99FEC-3E87-16D1-4182-10F3698EBE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CE86708-17B3-29E2-89FA-77133FEFC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59D86-9D66-434F-95B7-94FA07E8319F}" type="datetimeFigureOut">
              <a:rPr lang="ru-RU" smtClean="0"/>
              <a:t>21.03.2026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729ACD4-2E0C-EAF6-E725-4BF26454E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19D844A-BAD5-1E33-8E8C-5731315C9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7FCD6-C285-4FE2-831E-CD7B27F731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1977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702C0F-C849-3DED-FB00-18235234F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0D77809-42AA-BA67-131B-3FB15C1FDC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62A2DCD-26F1-F8E8-B986-803F2C8FB4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259D86-9D66-434F-95B7-94FA07E8319F}" type="datetimeFigureOut">
              <a:rPr lang="ru-RU" smtClean="0"/>
              <a:t>21.03.2026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FC58F59-63C3-11F9-5244-BEFFC486D9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FA5FEF4-2EAE-D827-19B9-FF186046CA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87FCD6-C285-4FE2-831E-CD7B27F731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9183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802086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40327B-4E0B-5D09-179A-DD19A0E494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3408" y="992094"/>
            <a:ext cx="3616913" cy="2795160"/>
          </a:xfrm>
        </p:spPr>
        <p:txBody>
          <a:bodyPr>
            <a:normAutofit/>
          </a:bodyPr>
          <a:lstStyle/>
          <a:p>
            <a:r>
              <a:rPr lang="en-US" sz="4400"/>
              <a:t>created by Madjara Artyom</a:t>
            </a:r>
            <a:endParaRPr lang="ru-RU" sz="440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DE082EE-60AD-9959-3017-645945352F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8076" y="423672"/>
            <a:ext cx="3125337" cy="1136843"/>
          </a:xfrm>
        </p:spPr>
        <p:txBody>
          <a:bodyPr>
            <a:normAutofit/>
          </a:bodyPr>
          <a:lstStyle/>
          <a:p>
            <a:r>
              <a:rPr lang="en-US" sz="3600" i="1" dirty="0" err="1"/>
              <a:t>Dementery</a:t>
            </a:r>
            <a:endParaRPr lang="ru-RU" sz="3600" i="1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4B4BEA3-0FF3-14FF-ED03-65A980356C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1614" y="578738"/>
            <a:ext cx="5696922" cy="5670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247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cdn.qwenlm.ai/output/793bda4c-b51f-4ae0-9178-b5773d8ef60e/image_gen/6bc2f080-a217-4be6-9fae-6ac014a4b8f0/1774101391.png?key=eyJhbGciOiJIUzI1NiIsInR5cCI6IkpXVCJ9.eyJyZXNvdXJjZV91c2VyX2lkIjoiNzkzYmRhNGMtYjUxZi00YWUwLTkxNzgtYjU3NzNkOGVmNjBlIiwicmVzb3VyY2VfaWQiOiIxNzc0MTAxMzkxIiwicmVzb3VyY2VfY2hhdF9pZCI6ImExZWFlNDEwLWIxMDUtNDM5MS05MDI4LWU1OTY2NzQxYWFjMyJ9.nAcZTsC6OukpZZUVHXapLpUgX8u7BJszqyGLeu7HKrw&amp;x-oss-process=image/resize,m_mfit,w_450,h_45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54984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36257F-C6D5-A3C2-11F0-C96FC7169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i="1" dirty="0">
                <a:solidFill>
                  <a:schemeClr val="bg1"/>
                </a:solidFill>
              </a:rPr>
              <a:t>Что я делаю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D411EB4-2A04-8661-DACD-7FE47E8966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782" y="2315152"/>
            <a:ext cx="10515600" cy="4351338"/>
          </a:xfrm>
        </p:spPr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Я разрабатываю веб-сайт для проверки нахождения проблем которые похожи с деменцией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976980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s://cdn.qwenlm.ai/output/793bda4c-b51f-4ae0-9178-b5773d8ef60e/image_gen/6bc2f080-a217-4be6-9fae-6ac014a4b8f0/1774101391.png?key=eyJhbGciOiJIUzI1NiIsInR5cCI6IkpXVCJ9.eyJyZXNvdXJjZV91c2VyX2lkIjoiNzkzYmRhNGMtYjUxZi00YWUwLTkxNzgtYjU3NzNkOGVmNjBlIiwicmVzb3VyY2VfaWQiOiIxNzc0MTAxMzkxIiwicmVzb3VyY2VfY2hhdF9pZCI6ImExZWFlNDEwLWIxMDUtNDM5MS05MDI4LWU1OTY2NzQxYWFjMyJ9.nAcZTsC6OukpZZUVHXapLpUgX8u7BJszqyGLeu7HKrw&amp;x-oss-process=image/resize,m_mfit,w_450,h_45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71890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C652B3-E2E1-375B-28B0-2D34F444D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i="1" dirty="0">
                <a:solidFill>
                  <a:schemeClr val="bg1"/>
                </a:solidFill>
              </a:rPr>
              <a:t>Зачем это нужно</a:t>
            </a:r>
            <a:r>
              <a:rPr lang="en-US" i="1" dirty="0">
                <a:solidFill>
                  <a:schemeClr val="bg1"/>
                </a:solidFill>
              </a:rPr>
              <a:t>?</a:t>
            </a:r>
            <a:endParaRPr lang="ru-RU" i="1" dirty="0">
              <a:solidFill>
                <a:schemeClr val="bg1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BBFAFFD-1C58-30E6-E4E7-40C63B9938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1 если найти деменцию на ранней стадии то человек сможет сходить в больницу и замедлить эту болезнь</a:t>
            </a:r>
            <a:r>
              <a:rPr lang="en-US" dirty="0">
                <a:solidFill>
                  <a:schemeClr val="bg1"/>
                </a:solidFill>
              </a:rPr>
              <a:t>.</a:t>
            </a:r>
            <a:endParaRPr lang="ru-RU" dirty="0">
              <a:solidFill>
                <a:schemeClr val="bg1"/>
              </a:solidFill>
            </a:endParaRP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2 спокойствие близких за здоровье родных </a:t>
            </a:r>
          </a:p>
        </p:txBody>
      </p:sp>
    </p:spTree>
    <p:extLst>
      <p:ext uri="{BB962C8B-B14F-4D97-AF65-F5344CB8AC3E}">
        <p14:creationId xmlns:p14="http://schemas.microsoft.com/office/powerpoint/2010/main" val="324703570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ttps://cdn.qwenlm.ai/output/793bda4c-b51f-4ae0-9178-b5773d8ef60e/image_gen/6bc2f080-a217-4be6-9fae-6ac014a4b8f0/1774101391.png?key=eyJhbGciOiJIUzI1NiIsInR5cCI6IkpXVCJ9.eyJyZXNvdXJjZV91c2VyX2lkIjoiNzkzYmRhNGMtYjUxZi00YWUwLTkxNzgtYjU3NzNkOGVmNjBlIiwicmVzb3VyY2VfaWQiOiIxNzc0MTAxMzkxIiwicmVzb3VyY2VfY2hhdF9pZCI6ImExZWFlNDEwLWIxMDUtNDM5MS05MDI4LWU1OTY2NzQxYWFjMyJ9.nAcZTsC6OukpZZUVHXapLpUgX8u7BJszqyGLeu7HKrw&amp;x-oss-process=image/resize,m_mfit,w_450,h_45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11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11DB85-0ACB-D781-0A59-B6D68A544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i="1" dirty="0">
                <a:solidFill>
                  <a:schemeClr val="bg1"/>
                </a:solidFill>
              </a:rPr>
              <a:t>Где это будет работать</a:t>
            </a:r>
            <a:r>
              <a:rPr lang="en-US" i="1" dirty="0">
                <a:solidFill>
                  <a:schemeClr val="bg1"/>
                </a:solidFill>
              </a:rPr>
              <a:t>?</a:t>
            </a:r>
            <a:endParaRPr lang="ru-RU" i="1" dirty="0">
              <a:solidFill>
                <a:schemeClr val="bg1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37C6832-C302-F1DD-3B65-323262FA9D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3298" y="1776987"/>
            <a:ext cx="10515600" cy="4351338"/>
          </a:xfrm>
        </p:spPr>
        <p:txBody>
          <a:bodyPr>
            <a:normAutofit/>
          </a:bodyPr>
          <a:lstStyle/>
          <a:p>
            <a:r>
              <a:rPr lang="ru-RU" sz="4000" dirty="0">
                <a:solidFill>
                  <a:schemeClr val="bg1"/>
                </a:solidFill>
              </a:rPr>
              <a:t>Проект полностью онлайн</a:t>
            </a:r>
            <a:r>
              <a:rPr lang="en-US" sz="4000" dirty="0">
                <a:solidFill>
                  <a:schemeClr val="bg1"/>
                </a:solidFill>
              </a:rPr>
              <a:t>, </a:t>
            </a:r>
            <a:r>
              <a:rPr lang="ru-RU" sz="4000" dirty="0">
                <a:solidFill>
                  <a:schemeClr val="bg1"/>
                </a:solidFill>
              </a:rPr>
              <a:t>его можно пройти дома</a:t>
            </a:r>
            <a:r>
              <a:rPr lang="en-US" sz="4000" dirty="0">
                <a:solidFill>
                  <a:schemeClr val="bg1"/>
                </a:solidFill>
              </a:rPr>
              <a:t>,</a:t>
            </a:r>
            <a:r>
              <a:rPr lang="ru-RU" sz="4000" dirty="0">
                <a:solidFill>
                  <a:schemeClr val="bg1"/>
                </a:solidFill>
              </a:rPr>
              <a:t> но в будущем мы постараемся интегрировать в поликлиники</a:t>
            </a:r>
          </a:p>
        </p:txBody>
      </p:sp>
    </p:spTree>
    <p:extLst>
      <p:ext uri="{BB962C8B-B14F-4D97-AF65-F5344CB8AC3E}">
        <p14:creationId xmlns:p14="http://schemas.microsoft.com/office/powerpoint/2010/main" val="38143441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https://cdn.qwenlm.ai/output/793bda4c-b51f-4ae0-9178-b5773d8ef60e/image_gen/6bc2f080-a217-4be6-9fae-6ac014a4b8f0/1774101391.png?key=eyJhbGciOiJIUzI1NiIsInR5cCI6IkpXVCJ9.eyJyZXNvdXJjZV91c2VyX2lkIjoiNzkzYmRhNGMtYjUxZi00YWUwLTkxNzgtYjU3NzNkOGVmNjBlIiwicmVzb3VyY2VfaWQiOiIxNzc0MTAxMzkxIiwicmVzb3VyY2VfY2hhdF9pZCI6ImExZWFlNDEwLWIxMDUtNDM5MS05MDI4LWU1OTY2NzQxYWFjMyJ9.nAcZTsC6OukpZZUVHXapLpUgX8u7BJszqyGLeu7HKrw&amp;x-oss-process=image/resize,m_mfit,w_450,h_45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57887" cy="6945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6EF457-26E0-8C76-DB29-FF5BA1D6B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i="1" dirty="0">
                <a:solidFill>
                  <a:schemeClr val="bg1"/>
                </a:solidFill>
              </a:rPr>
              <a:t>Когда это нужно</a:t>
            </a:r>
            <a:r>
              <a:rPr lang="en-US" i="1" dirty="0">
                <a:solidFill>
                  <a:schemeClr val="bg1"/>
                </a:solidFill>
              </a:rPr>
              <a:t>?</a:t>
            </a:r>
            <a:endParaRPr lang="ru-RU" i="1" dirty="0">
              <a:solidFill>
                <a:schemeClr val="bg1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7C30D5-6956-0077-FDF4-6061C027AF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4000" dirty="0">
                <a:solidFill>
                  <a:schemeClr val="bg1"/>
                </a:solidFill>
              </a:rPr>
              <a:t>Сезонность</a:t>
            </a:r>
            <a:r>
              <a:rPr lang="en-US" sz="4000" dirty="0">
                <a:solidFill>
                  <a:schemeClr val="bg1"/>
                </a:solidFill>
              </a:rPr>
              <a:t>:</a:t>
            </a:r>
            <a:r>
              <a:rPr lang="ru-RU" sz="4000" dirty="0">
                <a:solidFill>
                  <a:schemeClr val="bg1"/>
                </a:solidFill>
              </a:rPr>
              <a:t> он всегда будет нужен ведь ты не знаешь что у тебя всегда хорошее здоровье</a:t>
            </a:r>
          </a:p>
        </p:txBody>
      </p:sp>
    </p:spTree>
    <p:extLst>
      <p:ext uri="{BB962C8B-B14F-4D97-AF65-F5344CB8AC3E}">
        <p14:creationId xmlns:p14="http://schemas.microsoft.com/office/powerpoint/2010/main" val="18237327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https://cdn.qwenlm.ai/output/793bda4c-b51f-4ae0-9178-b5773d8ef60e/image_gen/6bc2f080-a217-4be6-9fae-6ac014a4b8f0/1774101391.png?key=eyJhbGciOiJIUzI1NiIsInR5cCI6IkpXVCJ9.eyJyZXNvdXJjZV91c2VyX2lkIjoiNzkzYmRhNGMtYjUxZi00YWUwLTkxNzgtYjU3NzNkOGVmNjBlIiwicmVzb3VyY2VfaWQiOiIxNzc0MTAxMzkxIiwicmVzb3VyY2VfY2hhdF9pZCI6ImExZWFlNDEwLWIxMDUtNDM5MS05MDI4LWU1OTY2NzQxYWFjMyJ9.nAcZTsC6OukpZZUVHXapLpUgX8u7BJszqyGLeu7HKrw&amp;x-oss-process=image/resize,m_mfit,w_450,h_45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3455FE-50BD-CABE-B9FF-089115597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935" y="435143"/>
            <a:ext cx="10515600" cy="1325563"/>
          </a:xfrm>
        </p:spPr>
        <p:txBody>
          <a:bodyPr/>
          <a:lstStyle/>
          <a:p>
            <a:r>
              <a:rPr lang="ru-RU" i="1" dirty="0">
                <a:solidFill>
                  <a:schemeClr val="bg1"/>
                </a:solidFill>
              </a:rPr>
              <a:t>Кто будет пользоваться</a:t>
            </a:r>
            <a:r>
              <a:rPr lang="en-US" i="1" dirty="0">
                <a:solidFill>
                  <a:schemeClr val="bg1"/>
                </a:solidFill>
              </a:rPr>
              <a:t>?</a:t>
            </a:r>
            <a:endParaRPr lang="ru-RU" i="1" dirty="0">
              <a:solidFill>
                <a:schemeClr val="bg1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DA16C58-8287-E038-1863-B461597131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935" y="1760706"/>
            <a:ext cx="11352179" cy="4931924"/>
          </a:xfrm>
        </p:spPr>
        <p:txBody>
          <a:bodyPr>
            <a:normAutofit/>
          </a:bodyPr>
          <a:lstStyle/>
          <a:p>
            <a:r>
              <a:rPr lang="ru-RU" sz="4000" dirty="0">
                <a:solidFill>
                  <a:schemeClr val="bg1"/>
                </a:solidFill>
              </a:rPr>
              <a:t>1 сами люди которые не подозревающие что у них может быть деменция</a:t>
            </a:r>
          </a:p>
          <a:p>
            <a:r>
              <a:rPr lang="ru-RU" sz="4000" dirty="0">
                <a:solidFill>
                  <a:schemeClr val="bg1"/>
                </a:solidFill>
              </a:rPr>
              <a:t>2 люди которые заботятся о близких друзьях и друг</a:t>
            </a:r>
          </a:p>
        </p:txBody>
      </p:sp>
    </p:spTree>
    <p:extLst>
      <p:ext uri="{BB962C8B-B14F-4D97-AF65-F5344CB8AC3E}">
        <p14:creationId xmlns:p14="http://schemas.microsoft.com/office/powerpoint/2010/main" val="33816971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https://cdn.qwenlm.ai/output/793bda4c-b51f-4ae0-9178-b5773d8ef60e/image_gen/6bc2f080-a217-4be6-9fae-6ac014a4b8f0/1774101391.png?key=eyJhbGciOiJIUzI1NiIsInR5cCI6IkpXVCJ9.eyJyZXNvdXJjZV91c2VyX2lkIjoiNzkzYmRhNGMtYjUxZi00YWUwLTkxNzgtYjU3NzNkOGVmNjBlIiwicmVzb3VyY2VfaWQiOiIxNzc0MTAxMzkxIiwicmVzb3VyY2VfY2hhdF9pZCI6ImExZWFlNDEwLWIxMDUtNDM5MS05MDI4LWU1OTY2NzQxYWFjMyJ9.nAcZTsC6OukpZZUVHXapLpUgX8u7BJszqyGLeu7HKrw&amp;x-oss-process=image/resize,m_mfit,w_450,h_45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0712CB-D38C-1319-0ABE-EDA3D7E5D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i="1" dirty="0">
                <a:solidFill>
                  <a:schemeClr val="bg1"/>
                </a:solidFill>
              </a:rPr>
              <a:t>Экономика </a:t>
            </a:r>
            <a:r>
              <a:rPr lang="en-US" i="1" dirty="0">
                <a:solidFill>
                  <a:schemeClr val="bg1"/>
                </a:solidFill>
              </a:rPr>
              <a:t>       B2g</a:t>
            </a:r>
            <a:endParaRPr lang="ru-RU" i="1" dirty="0">
              <a:solidFill>
                <a:schemeClr val="bg1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AF2D88A-8E20-2E30-6AED-72D35D2391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Мы будем делать платную подписку там будет больше вопросов и другое</a:t>
            </a:r>
            <a:r>
              <a:rPr lang="en-US" dirty="0">
                <a:solidFill>
                  <a:schemeClr val="bg1"/>
                </a:solidFill>
              </a:rPr>
              <a:t>,</a:t>
            </a:r>
            <a:r>
              <a:rPr lang="ru-RU" dirty="0">
                <a:solidFill>
                  <a:schemeClr val="bg1"/>
                </a:solidFill>
              </a:rPr>
              <a:t> если проект будет востребован то тогда мы будем продавать его государственным клиника</a:t>
            </a:r>
            <a:r>
              <a:rPr lang="en-US" dirty="0">
                <a:solidFill>
                  <a:schemeClr val="bg1"/>
                </a:solidFill>
              </a:rPr>
              <a:t>.</a:t>
            </a: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96626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https://cdn.qwenlm.ai/output/793bda4c-b51f-4ae0-9178-b5773d8ef60e/image_gen/6bc2f080-a217-4be6-9fae-6ac014a4b8f0/1774101391.png?key=eyJhbGciOiJIUzI1NiIsInR5cCI6IkpXVCJ9.eyJyZXNvdXJjZV91c2VyX2lkIjoiNzkzYmRhNGMtYjUxZi00YWUwLTkxNzgtYjU3NzNkOGVmNjBlIiwicmVzb3VyY2VfaWQiOiIxNzc0MTAxMzkxIiwicmVzb3VyY2VfY2hhdF9pZCI6ImExZWFlNDEwLWIxMDUtNDM5MS05MDI4LWU1OTY2NzQxYWFjMyJ9.nAcZTsC6OukpZZUVHXapLpUgX8u7BJszqyGLeu7HKrw&amp;x-oss-process=image/resize,m_mfit,w_450,h_45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74450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3DE322-70EC-DEB3-403D-A82B077BB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i="1" dirty="0">
                <a:solidFill>
                  <a:schemeClr val="bg1"/>
                </a:solidFill>
              </a:rPr>
              <a:t>Аналоги!</a:t>
            </a: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33891651"/>
              </p:ext>
            </p:extLst>
          </p:nvPr>
        </p:nvGraphicFramePr>
        <p:xfrm>
          <a:off x="838200" y="1825625"/>
          <a:ext cx="10515600" cy="350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57511965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10068940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54813128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214054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критерии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Dementery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конкуренты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преимущество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94776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>
                          <a:solidFill>
                            <a:schemeClr val="tx1"/>
                          </a:solidFill>
                        </a:rPr>
                        <a:t>цена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>
                          <a:solidFill>
                            <a:schemeClr val="tx1"/>
                          </a:solidFill>
                        </a:rPr>
                        <a:t>50 – 100 </a:t>
                      </a:r>
                      <a:r>
                        <a:rPr lang="ru-RU" dirty="0" err="1" smtClean="0">
                          <a:solidFill>
                            <a:schemeClr val="tx1"/>
                          </a:solidFill>
                        </a:rPr>
                        <a:t>руб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>
                          <a:solidFill>
                            <a:schemeClr val="tx1"/>
                          </a:solidFill>
                        </a:rPr>
                        <a:t>100</a:t>
                      </a:r>
                      <a:r>
                        <a:rPr lang="ru-RU" baseline="0" dirty="0" smtClean="0">
                          <a:solidFill>
                            <a:schemeClr val="tx1"/>
                          </a:solidFill>
                        </a:rPr>
                        <a:t> и более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>
                          <a:solidFill>
                            <a:schemeClr val="tx1"/>
                          </a:solidFill>
                        </a:rPr>
                        <a:t>Dementery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94464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>
                          <a:solidFill>
                            <a:schemeClr val="tx1"/>
                          </a:solidFill>
                        </a:rPr>
                        <a:t>концепция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>
                          <a:solidFill>
                            <a:schemeClr val="tx1"/>
                          </a:solidFill>
                        </a:rPr>
                        <a:t>Тест</a:t>
                      </a:r>
                      <a:r>
                        <a:rPr lang="ru-RU" baseline="0" dirty="0" smtClean="0">
                          <a:solidFill>
                            <a:schemeClr val="tx1"/>
                          </a:solidFill>
                        </a:rPr>
                        <a:t> на 5-10 минут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>
                          <a:solidFill>
                            <a:schemeClr val="tx1"/>
                          </a:solidFill>
                        </a:rPr>
                        <a:t>Игры 20 – 30 минут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>
                          <a:solidFill>
                            <a:schemeClr val="tx1"/>
                          </a:solidFill>
                        </a:rPr>
                        <a:t>Dementery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12514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>
                          <a:solidFill>
                            <a:schemeClr val="tx1"/>
                          </a:solidFill>
                        </a:rPr>
                        <a:t>удобство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>
                          <a:solidFill>
                            <a:schemeClr val="tx1"/>
                          </a:solidFill>
                        </a:rPr>
                        <a:t>Любой браузер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>
                          <a:solidFill>
                            <a:schemeClr val="tx1"/>
                          </a:solidFill>
                        </a:rPr>
                        <a:t>скачать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>
                          <a:solidFill>
                            <a:schemeClr val="tx1"/>
                          </a:solidFill>
                        </a:rPr>
                        <a:t>Dementery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55415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>
                          <a:solidFill>
                            <a:schemeClr val="tx1"/>
                          </a:solidFill>
                        </a:rPr>
                        <a:t>приватность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>
                          <a:solidFill>
                            <a:schemeClr val="tx1"/>
                          </a:solidFill>
                        </a:rPr>
                        <a:t>База</a:t>
                      </a:r>
                      <a:r>
                        <a:rPr lang="ru-RU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baseline="0" dirty="0" err="1" smtClean="0">
                          <a:solidFill>
                            <a:schemeClr val="tx1"/>
                          </a:solidFill>
                        </a:rPr>
                        <a:t>даных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>
                          <a:solidFill>
                            <a:schemeClr val="tx1"/>
                          </a:solidFill>
                        </a:rPr>
                        <a:t>Сервер компании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>
                          <a:solidFill>
                            <a:schemeClr val="tx1"/>
                          </a:solidFill>
                        </a:rPr>
                        <a:t>ничья</a:t>
                      </a: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49217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>
                          <a:solidFill>
                            <a:schemeClr val="tx1"/>
                          </a:solidFill>
                        </a:rPr>
                        <a:t>экспорт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>
                          <a:solidFill>
                            <a:schemeClr val="tx1"/>
                          </a:solidFill>
                        </a:rPr>
                        <a:t>В </a:t>
                      </a: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TXT</a:t>
                      </a:r>
                      <a:r>
                        <a:rPr lang="en-US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baseline="0" dirty="0" smtClean="0">
                          <a:solidFill>
                            <a:schemeClr val="tx1"/>
                          </a:solidFill>
                        </a:rPr>
                        <a:t>формат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>
                          <a:solidFill>
                            <a:schemeClr val="tx1"/>
                          </a:solidFill>
                        </a:rPr>
                        <a:t>нету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>
                          <a:solidFill>
                            <a:schemeClr val="tx1"/>
                          </a:solidFill>
                        </a:rPr>
                        <a:t>Dementry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4354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>
                          <a:solidFill>
                            <a:schemeClr val="tx1"/>
                          </a:solidFill>
                        </a:rPr>
                        <a:t>вопросы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r>
                        <a:rPr lang="ru-RU" baseline="0" dirty="0" smtClean="0">
                          <a:solidFill>
                            <a:schemeClr val="tx1"/>
                          </a:solidFill>
                        </a:rPr>
                        <a:t> в бесплатной 25 в </a:t>
                      </a:r>
                      <a:r>
                        <a:rPr lang="en-US" baseline="0" dirty="0" smtClean="0">
                          <a:solidFill>
                            <a:schemeClr val="tx1"/>
                          </a:solidFill>
                        </a:rPr>
                        <a:t>pro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20</a:t>
                      </a:r>
                      <a:r>
                        <a:rPr lang="en-US" baseline="0" dirty="0" smtClean="0">
                          <a:solidFill>
                            <a:schemeClr val="tx1"/>
                          </a:solidFill>
                        </a:rPr>
                        <a:t> -100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>
                          <a:solidFill>
                            <a:schemeClr val="tx1"/>
                          </a:solidFill>
                        </a:rPr>
                        <a:t>Конкуренты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09191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>
                          <a:solidFill>
                            <a:schemeClr val="tx1"/>
                          </a:solidFill>
                        </a:rPr>
                        <a:t>анализ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>
                          <a:solidFill>
                            <a:schemeClr val="tx1"/>
                          </a:solidFill>
                        </a:rPr>
                        <a:t>базовый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>
                          <a:solidFill>
                            <a:schemeClr val="tx1"/>
                          </a:solidFill>
                        </a:rPr>
                        <a:t>продвинутый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>
                          <a:solidFill>
                            <a:schemeClr val="tx1"/>
                          </a:solidFill>
                        </a:rPr>
                        <a:t>Конкуренты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24228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05910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https://cdn.qwenlm.ai/output/793bda4c-b51f-4ae0-9178-b5773d8ef60e/image_gen/6bc2f080-a217-4be6-9fae-6ac014a4b8f0/1774101391.png?key=eyJhbGciOiJIUzI1NiIsInR5cCI6IkpXVCJ9.eyJyZXNvdXJjZV91c2VyX2lkIjoiNzkzYmRhNGMtYjUxZi00YWUwLTkxNzgtYjU3NzNkOGVmNjBlIiwicmVzb3VyY2VfaWQiOiIxNzc0MTAxMzkxIiwicmVzb3VyY2VfY2hhdF9pZCI6ImExZWFlNDEwLWIxMDUtNDM5MS05MDI4LWU1OTY2NzQxYWFjMyJ9.nAcZTsC6OukpZZUVHXapLpUgX8u7BJszqyGLeu7HKrw&amp;x-oss-process=image/resize,m_mfit,w_450,h_45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18109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669303" y="71479"/>
            <a:ext cx="13536152" cy="2120901"/>
          </a:xfrm>
        </p:spPr>
        <p:txBody>
          <a:bodyPr/>
          <a:lstStyle/>
          <a:p>
            <a:r>
              <a:rPr lang="ru-RU" i="1" dirty="0" smtClean="0">
                <a:solidFill>
                  <a:schemeClr val="bg1"/>
                </a:solidFill>
              </a:rPr>
              <a:t>Дорожная карта</a:t>
            </a:r>
            <a:endParaRPr lang="ru-RU" i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90393" y="1131929"/>
            <a:ext cx="11353800" cy="5032375"/>
          </a:xfrm>
        </p:spPr>
        <p:txBody>
          <a:bodyPr>
            <a:normAutofit/>
          </a:bodyPr>
          <a:lstStyle/>
          <a:p>
            <a:r>
              <a:rPr lang="ru-RU" b="1" i="1" dirty="0" smtClean="0">
                <a:solidFill>
                  <a:schemeClr val="bg2"/>
                </a:solidFill>
              </a:rPr>
              <a:t>1 – 2 неделя</a:t>
            </a:r>
            <a:r>
              <a:rPr lang="en-US" b="1" i="1" dirty="0" smtClean="0">
                <a:solidFill>
                  <a:schemeClr val="bg2"/>
                </a:solidFill>
              </a:rPr>
              <a:t>:</a:t>
            </a:r>
            <a:endParaRPr lang="ru-RU" b="1" i="1" dirty="0">
              <a:solidFill>
                <a:schemeClr val="bg2"/>
              </a:solidFill>
            </a:endParaRPr>
          </a:p>
          <a:p>
            <a:r>
              <a:rPr lang="en-US" sz="1600" b="1" i="1" dirty="0">
                <a:solidFill>
                  <a:schemeClr val="bg2"/>
                </a:solidFill>
              </a:rPr>
              <a:t>f</a:t>
            </a:r>
            <a:r>
              <a:rPr lang="ru-RU" sz="1600" b="1" i="1" dirty="0" err="1" smtClean="0">
                <a:solidFill>
                  <a:schemeClr val="bg2"/>
                </a:solidFill>
              </a:rPr>
              <a:t>lask</a:t>
            </a:r>
            <a:r>
              <a:rPr lang="ru-RU" sz="1600" b="1" i="1" dirty="0" smtClean="0">
                <a:solidFill>
                  <a:schemeClr val="bg2"/>
                </a:solidFill>
              </a:rPr>
              <a:t> </a:t>
            </a:r>
            <a:r>
              <a:rPr lang="ru-RU" sz="1600" b="1" i="1" dirty="0">
                <a:solidFill>
                  <a:schemeClr val="bg2"/>
                </a:solidFill>
              </a:rPr>
              <a:t>сервер, </a:t>
            </a:r>
            <a:r>
              <a:rPr lang="ru-RU" sz="1600" b="1" i="1" dirty="0" smtClean="0">
                <a:solidFill>
                  <a:schemeClr val="bg2"/>
                </a:solidFill>
              </a:rPr>
              <a:t>HTML/CSS,</a:t>
            </a:r>
            <a:endParaRPr lang="en-US" sz="1600" b="1" i="1" dirty="0" smtClean="0">
              <a:solidFill>
                <a:schemeClr val="bg2"/>
              </a:solidFill>
            </a:endParaRPr>
          </a:p>
          <a:p>
            <a:r>
              <a:rPr lang="ru-RU" sz="1600" b="1" i="1" dirty="0" smtClean="0">
                <a:solidFill>
                  <a:schemeClr val="bg2"/>
                </a:solidFill>
              </a:rPr>
              <a:t>5 </a:t>
            </a:r>
            <a:r>
              <a:rPr lang="ru-RU" sz="1600" b="1" i="1" dirty="0">
                <a:solidFill>
                  <a:schemeClr val="bg2"/>
                </a:solidFill>
              </a:rPr>
              <a:t>вопросов, подсчёт результатов</a:t>
            </a:r>
            <a:r>
              <a:rPr lang="ru-RU" sz="1600" b="1" i="1" dirty="0" smtClean="0">
                <a:solidFill>
                  <a:schemeClr val="bg2"/>
                </a:solidFill>
              </a:rPr>
              <a:t>.</a:t>
            </a:r>
            <a:endParaRPr lang="en-US" sz="1600" b="1" i="1" dirty="0" smtClean="0">
              <a:solidFill>
                <a:schemeClr val="bg2"/>
              </a:solidFill>
            </a:endParaRPr>
          </a:p>
          <a:p>
            <a:r>
              <a:rPr lang="en-US" b="1" i="1" dirty="0" smtClean="0">
                <a:solidFill>
                  <a:schemeClr val="bg2"/>
                </a:solidFill>
              </a:rPr>
              <a:t>3 – 4 </a:t>
            </a:r>
            <a:r>
              <a:rPr lang="ru-RU" b="1" i="1" dirty="0" smtClean="0">
                <a:solidFill>
                  <a:schemeClr val="bg2"/>
                </a:solidFill>
              </a:rPr>
              <a:t>неделя</a:t>
            </a:r>
            <a:r>
              <a:rPr lang="en-US" b="1" i="1" dirty="0" smtClean="0">
                <a:solidFill>
                  <a:schemeClr val="bg2"/>
                </a:solidFill>
              </a:rPr>
              <a:t>:</a:t>
            </a:r>
            <a:endParaRPr lang="ru-RU" b="1" i="1" dirty="0" smtClean="0">
              <a:solidFill>
                <a:schemeClr val="bg2"/>
              </a:solidFill>
            </a:endParaRPr>
          </a:p>
          <a:p>
            <a:r>
              <a:rPr lang="ru-RU" sz="1800" b="1" i="1" dirty="0" smtClean="0">
                <a:solidFill>
                  <a:schemeClr val="bg2"/>
                </a:solidFill>
              </a:rPr>
              <a:t>MVC </a:t>
            </a:r>
            <a:r>
              <a:rPr lang="ru-RU" sz="1800" b="1" i="1" dirty="0">
                <a:solidFill>
                  <a:schemeClr val="bg2"/>
                </a:solidFill>
              </a:rPr>
              <a:t>структура, 25 </a:t>
            </a:r>
            <a:r>
              <a:rPr lang="ru-RU" sz="1800" b="1" i="1" dirty="0" smtClean="0">
                <a:solidFill>
                  <a:schemeClr val="bg2"/>
                </a:solidFill>
              </a:rPr>
              <a:t>вопросов,</a:t>
            </a:r>
          </a:p>
          <a:p>
            <a:r>
              <a:rPr lang="ru-RU" sz="1800" b="1" i="1" dirty="0" smtClean="0">
                <a:solidFill>
                  <a:schemeClr val="bg2"/>
                </a:solidFill>
              </a:rPr>
              <a:t>тарифы </a:t>
            </a:r>
            <a:r>
              <a:rPr lang="ru-RU" sz="1800" b="1" i="1" dirty="0" err="1">
                <a:solidFill>
                  <a:schemeClr val="bg2"/>
                </a:solidFill>
              </a:rPr>
              <a:t>Free</a:t>
            </a:r>
            <a:r>
              <a:rPr lang="ru-RU" sz="1800" b="1" i="1" dirty="0">
                <a:solidFill>
                  <a:schemeClr val="bg2"/>
                </a:solidFill>
              </a:rPr>
              <a:t>/</a:t>
            </a:r>
            <a:r>
              <a:rPr lang="ru-RU" sz="1800" b="1" i="1" dirty="0" err="1">
                <a:solidFill>
                  <a:schemeClr val="bg2"/>
                </a:solidFill>
              </a:rPr>
              <a:t>Pro</a:t>
            </a:r>
            <a:r>
              <a:rPr lang="ru-RU" sz="1800" b="1" i="1" dirty="0">
                <a:solidFill>
                  <a:schemeClr val="bg2"/>
                </a:solidFill>
              </a:rPr>
              <a:t>, экспорт результатов</a:t>
            </a:r>
            <a:r>
              <a:rPr lang="ru-RU" sz="1800" b="1" i="1" dirty="0" smtClean="0">
                <a:solidFill>
                  <a:schemeClr val="bg2"/>
                </a:solidFill>
              </a:rPr>
              <a:t>.</a:t>
            </a:r>
          </a:p>
          <a:p>
            <a:r>
              <a:rPr lang="ru-RU" b="1" i="1" dirty="0" smtClean="0">
                <a:solidFill>
                  <a:schemeClr val="bg2"/>
                </a:solidFill>
              </a:rPr>
              <a:t>5 – 6 неделя</a:t>
            </a:r>
            <a:r>
              <a:rPr lang="en-US" b="1" i="1" dirty="0" smtClean="0">
                <a:solidFill>
                  <a:schemeClr val="bg2"/>
                </a:solidFill>
              </a:rPr>
              <a:t>:</a:t>
            </a:r>
          </a:p>
          <a:p>
            <a:r>
              <a:rPr lang="ru-RU" sz="1800" b="1" i="1" dirty="0">
                <a:solidFill>
                  <a:schemeClr val="bg2"/>
                </a:solidFill>
              </a:rPr>
              <a:t>исправление ошибок, </a:t>
            </a:r>
            <a:endParaRPr lang="ru-RU" sz="1800" b="1" i="1" dirty="0" smtClean="0">
              <a:solidFill>
                <a:schemeClr val="bg2"/>
              </a:solidFill>
            </a:endParaRPr>
          </a:p>
          <a:p>
            <a:r>
              <a:rPr lang="ru-RU" sz="1800" b="1" i="1" dirty="0" smtClean="0">
                <a:solidFill>
                  <a:schemeClr val="bg2"/>
                </a:solidFill>
              </a:rPr>
              <a:t>подключение</a:t>
            </a:r>
            <a:r>
              <a:rPr lang="en-US" sz="1800" b="1" i="1" dirty="0" smtClean="0">
                <a:solidFill>
                  <a:schemeClr val="bg2"/>
                </a:solidFill>
              </a:rPr>
              <a:t> </a:t>
            </a:r>
            <a:r>
              <a:rPr lang="ru-RU" sz="1800" b="1" i="1" dirty="0" smtClean="0">
                <a:solidFill>
                  <a:schemeClr val="bg2"/>
                </a:solidFill>
              </a:rPr>
              <a:t>прототипа оплаты</a:t>
            </a:r>
            <a:r>
              <a:rPr lang="en-US" sz="1800" b="1" i="1" dirty="0" smtClean="0">
                <a:solidFill>
                  <a:schemeClr val="bg2"/>
                </a:solidFill>
              </a:rPr>
              <a:t>,</a:t>
            </a:r>
          </a:p>
          <a:p>
            <a:r>
              <a:rPr lang="ru-RU" sz="1800" b="1" i="1" dirty="0" smtClean="0">
                <a:solidFill>
                  <a:schemeClr val="bg2"/>
                </a:solidFill>
              </a:rPr>
              <a:t>Дорабатывание если что то не сделал ранее</a:t>
            </a:r>
          </a:p>
          <a:p>
            <a:r>
              <a:rPr lang="ru-RU" b="1" i="1" dirty="0" smtClean="0">
                <a:solidFill>
                  <a:schemeClr val="bg2"/>
                </a:solidFill>
              </a:rPr>
              <a:t>7-8</a:t>
            </a:r>
            <a:r>
              <a:rPr lang="en-US" b="1" i="1" dirty="0" smtClean="0">
                <a:solidFill>
                  <a:schemeClr val="bg2"/>
                </a:solidFill>
              </a:rPr>
              <a:t>:</a:t>
            </a:r>
          </a:p>
          <a:p>
            <a:r>
              <a:rPr lang="ru-RU" sz="1800" b="1" i="1" dirty="0" smtClean="0">
                <a:solidFill>
                  <a:schemeClr val="bg2"/>
                </a:solidFill>
              </a:rPr>
              <a:t>Сдача проекта</a:t>
            </a:r>
          </a:p>
        </p:txBody>
      </p:sp>
    </p:spTree>
    <p:extLst>
      <p:ext uri="{BB962C8B-B14F-4D97-AF65-F5344CB8AC3E}">
        <p14:creationId xmlns:p14="http://schemas.microsoft.com/office/powerpoint/2010/main" val="22766451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258</Words>
  <Application>Microsoft Office PowerPoint</Application>
  <PresentationFormat>Широкоэкранный</PresentationFormat>
  <Paragraphs>63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Тема Office</vt:lpstr>
      <vt:lpstr>created by Madjara Artyom</vt:lpstr>
      <vt:lpstr>Что я делаю </vt:lpstr>
      <vt:lpstr>Зачем это нужно?</vt:lpstr>
      <vt:lpstr>Где это будет работать?</vt:lpstr>
      <vt:lpstr>Когда это нужно?</vt:lpstr>
      <vt:lpstr>Кто будет пользоваться?</vt:lpstr>
      <vt:lpstr>Экономика        B2g</vt:lpstr>
      <vt:lpstr>Аналоги!</vt:lpstr>
      <vt:lpstr>Дорожная карта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created by Madjara Artyom</dc:title>
  <dc:creator>Варя Смирнова</dc:creator>
  <cp:lastModifiedBy>Артем</cp:lastModifiedBy>
  <cp:revision>8</cp:revision>
  <dcterms:created xsi:type="dcterms:W3CDTF">2026-03-21T06:13:22Z</dcterms:created>
  <dcterms:modified xsi:type="dcterms:W3CDTF">2026-03-21T15:47:06Z</dcterms:modified>
</cp:coreProperties>
</file>